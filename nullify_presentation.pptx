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morning, judges. Today we are presenting NULLIFY.</a:t>
            </a:r>
          </a:p>
          <a:p>
            <a:r>
              <a:t>Our mission is simple: 'See it. Trace it. Nullify it.'</a:t>
            </a:r>
          </a:p>
          <a:p>
            <a:r>
              <a:t>In cybersecurity, speed is everything. By the time a traditional security tool opens a file and spins up a sandbox, the damage is already done.</a:t>
            </a:r>
          </a:p>
          <a:p>
            <a:r>
              <a:t>Nullify combines the raw speed of native C code with six autonomous AI agents. It catches zero-day malware and writes ready-to-use defense rules in under 15 milliseconds.</a:t>
            </a:r>
          </a:p>
          <a:p>
            <a:r>
              <a:t>Let's show you 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security team faces the same dilemma:</a:t>
            </a:r>
          </a:p>
          <a:p>
            <a:r>
              <a:t>1. Attackers release 450,000 new files a day. Traditional antivirus only knows old files.</a:t>
            </a:r>
          </a:p>
          <a:p>
            <a:r>
              <a:t>2. Sandboxes take 15 minutes to run a single test. That is too slow for real-time networks.</a:t>
            </a:r>
          </a:p>
          <a:p>
            <a:r>
              <a:t>3. Most modern tools use Python, which locks up and crashes under heavy traffic.</a:t>
            </a:r>
          </a:p>
          <a:p>
            <a:r>
              <a:t>Nullify changes this completely.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how Nullify works:</a:t>
            </a:r>
          </a:p>
          <a:p>
            <a:r>
              <a:t>1. It is fast: We moved the heavy lifting to pure C. It analyzes files in under 15 milliseconds.</a:t>
            </a:r>
          </a:p>
          <a:p>
            <a:r>
              <a:t>2. It is accurate: Six focused AI agents collaborate to trace the file's behavior.</a:t>
            </a:r>
          </a:p>
          <a:p>
            <a:r>
              <a:t>3. It takes action: It writes ready-to-deploy defense rules immediately.</a:t>
            </a:r>
          </a:p>
          <a:p>
            <a:r>
              <a:t>No waiting 15 minutes for a sandbox. No leaking sensitive files to cloud APIs.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how our agents are structured:</a:t>
            </a:r>
          </a:p>
          <a:p>
            <a:r>
              <a:t>Stage 1 handles raw speed: Triage and Static Analysis run in native C code. They take less than a millisecond to dissect headers, hashes, and imports.</a:t>
            </a:r>
          </a:p>
          <a:p>
            <a:r>
              <a:t>Stage 2 handles intelligence: Behavioral analysis, 2,381-feature machine learning, human-readable reasoning, and automatic YARA rule generation.</a:t>
            </a:r>
          </a:p>
          <a:p>
            <a:r>
              <a:t>Each agent does one job perfectly.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is Nullify so fast? Because we identified the slowest parts of Python security tools and rewrote them in native C.</a:t>
            </a:r>
          </a:p>
          <a:p>
            <a:r>
              <a:t>- Parsing Windows PE imports used to take 50 milliseconds. In C, it takes 0.1 milliseconds. That is over 500x faster.</a:t>
            </a:r>
          </a:p>
          <a:p>
            <a:r>
              <a:t>- Pattern scanning is 18x faster.</a:t>
            </a:r>
          </a:p>
          <a:p>
            <a:r>
              <a:t>- Concurrent file hashing is 8x faster.</a:t>
            </a:r>
          </a:p>
          <a:p>
            <a:r>
              <a:t>And we built it with zero external C dependencies — no OpenSSL link issues, no memory leaks.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lot of security AI projects use large language models that make uncalibrated guesses.</a:t>
            </a:r>
          </a:p>
          <a:p>
            <a:r>
              <a:t>Nullify uses proven gradient-boosted trees trained on 1.1 million files from the EMBER benchmark.</a:t>
            </a:r>
          </a:p>
          <a:p>
            <a:r>
              <a:t>We look at 2,381 structural features. And we engineered a specific Linux guard so non-Windows binaries never trigger false positives.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Telling an analyst 'this file is bad' is only half the job.</a:t>
            </a:r>
          </a:p>
          <a:p>
            <a:r>
              <a:t>Nullify explains why: it maps the threat to MITRE ATT&amp;CK tactics.</a:t>
            </a:r>
          </a:p>
          <a:p>
            <a:r>
              <a:t>And then it writes the actual YARA rule shown on screen.</a:t>
            </a:r>
          </a:p>
          <a:p>
            <a:r>
              <a:t>You can copy this rule and deploy it to your firewalls and endpoints in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 at the numbers on screen:</a:t>
            </a:r>
          </a:p>
          <a:p>
            <a:r>
              <a:t>A cloud sandbox takes 15 minutes.</a:t>
            </a:r>
          </a:p>
          <a:p>
            <a:r>
              <a:t>Standard Python tools take 85 milliseconds and crash under load.</a:t>
            </a:r>
          </a:p>
          <a:p>
            <a:r>
              <a:t>Traditional antivirus is fast, but blind to new malware.</a:t>
            </a:r>
          </a:p>
          <a:p>
            <a:r>
              <a:t>Nullify gives you the best of both: 13.2 millisecond speed, zero-day machine learning, and automated YARA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built Nullify with two clean interfaces:</a:t>
            </a:r>
          </a:p>
          <a:p>
            <a:r>
              <a:t>On the left: A modern web console running at localhost:8000. Drag and drop any file, see live confidence scores, and copy YARA rules.</a:t>
            </a:r>
          </a:p>
          <a:p>
            <a:r>
              <a:t>On the right: A single-command terminal interface. Just type 'nullify' with no confusing arguments, and an interactive menu guides you through scanning.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enterprise security, data privacy is non-negotiable.</a:t>
            </a:r>
          </a:p>
          <a:p>
            <a:r>
              <a:t>When companies send files to VirusTotal or cloud sandboxes, proprietary source code and intellectual property leak out.</a:t>
            </a:r>
          </a:p>
          <a:p>
            <a:r>
              <a:t>Nullify runs 100% on-premise. It works in air-gapped environments with zero internet access, and connects easily to Splunk or Microsoft Sentinel via our REST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conclusion: Nullify is not a mock-up or a slide concept. It is a live, working, tested system.</a:t>
            </a:r>
          </a:p>
          <a:p>
            <a:r>
              <a:t>We invite the judges right now to give us any sample — a trojan, ransomware, or a safe binary — and watch Nullify classify it and generate defense rules live on screen.</a:t>
            </a:r>
          </a:p>
          <a:p>
            <a:r>
              <a:t>Thank you, and we welcome your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15120E"/>
          </a:solidFill>
          <a:ln w="1905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005840"/>
            <a:ext cx="2926080" cy="3657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10B981"/>
                </a:solidFill>
                <a:latin typeface="Consolas"/>
              </a:defRPr>
            </a:pPr>
            <a:r>
              <a:t>●  AUTONOMOUS CYBER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9080" y="1005840"/>
            <a:ext cx="2286000" cy="3657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BFB9AF"/>
                </a:solidFill>
                <a:latin typeface="Consolas"/>
              </a:defRPr>
            </a:pPr>
            <a:r>
              <a:t>SUB-15ms C-ENGINE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005840"/>
            <a:ext cx="2286000" cy="3657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BFB9AF"/>
                </a:solidFill>
                <a:latin typeface="Consolas"/>
              </a:defRPr>
            </a:pPr>
            <a:r>
              <a:t>100% AIR-GAPPED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0584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600" b="1">
                <a:solidFill>
                  <a:srgbClr val="FAF8F5"/>
                </a:solidFill>
                <a:latin typeface="Georgia"/>
              </a:defRPr>
            </a:pPr>
            <a:r>
              <a:t>See it. Trace it.</a:t>
            </a:r>
          </a:p>
          <a:p>
            <a:pPr>
              <a:defRPr i="1" sz="5600" b="1">
                <a:solidFill>
                  <a:srgbClr val="10B981"/>
                </a:solidFill>
                <a:latin typeface="Georgia"/>
              </a:defRPr>
            </a:pPr>
            <a:r>
              <a:t>Nullify it.</a:t>
            </a:r>
          </a:p>
          <a:p>
            <a:pPr>
              <a:spcBef>
                <a:spcPts val="1600"/>
              </a:spcBef>
              <a:defRPr sz="2000">
                <a:solidFill>
                  <a:srgbClr val="BFB9AF"/>
                </a:solidFill>
                <a:latin typeface="Segoe UI"/>
              </a:defRPr>
            </a:pPr>
            <a:r>
              <a:t>Autonomous AI Threat Defense — From Detection to Immunity in 15 Milliseconds.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434840"/>
            <a:ext cx="3291840" cy="12801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457200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AF8F5"/>
                </a:solidFill>
                <a:latin typeface="Segoe UI"/>
              </a:defRPr>
            </a:pPr>
            <a:r>
              <a:t>⚡ 15ms Speed</a:t>
            </a:r>
          </a:p>
          <a:p>
            <a:pPr>
              <a:spcBef>
                <a:spcPts val="400"/>
              </a:spcBef>
              <a:defRPr sz="1300">
                <a:solidFill>
                  <a:srgbClr val="BFB9AF"/>
                </a:solidFill>
                <a:latin typeface="Segoe UI"/>
              </a:defRPr>
            </a:pPr>
            <a:r>
              <a:t>Native C11 core analyzes binaries faster than a blink.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4434840"/>
            <a:ext cx="3291840" cy="12801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457200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AF8F5"/>
                </a:solidFill>
                <a:latin typeface="Segoe UI"/>
              </a:defRPr>
            </a:pPr>
            <a:r>
              <a:t>🤖 6 AI Agents</a:t>
            </a:r>
          </a:p>
          <a:p>
            <a:pPr>
              <a:spcBef>
                <a:spcPts val="400"/>
              </a:spcBef>
              <a:defRPr sz="1300">
                <a:solidFill>
                  <a:srgbClr val="BFB9AF"/>
                </a:solidFill>
                <a:latin typeface="Segoe UI"/>
              </a:defRPr>
            </a:pPr>
            <a:r>
              <a:t>Specialized agents team up to inspect, explain, and defend.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4434840"/>
            <a:ext cx="3291840" cy="12801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457200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AF8F5"/>
                </a:solidFill>
                <a:latin typeface="Segoe UI"/>
              </a:defRPr>
            </a:pPr>
            <a:r>
              <a:t>🛡️ Auto-YARA</a:t>
            </a:r>
          </a:p>
          <a:p>
            <a:pPr>
              <a:spcBef>
                <a:spcPts val="400"/>
              </a:spcBef>
              <a:defRPr sz="1300">
                <a:solidFill>
                  <a:srgbClr val="BFB9AF"/>
                </a:solidFill>
                <a:latin typeface="Segoe UI"/>
              </a:defRPr>
            </a:pPr>
            <a:r>
              <a:t>Writes instant defense rules to protect your whole network.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322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7D776E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BFB9AF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7D776E"/>
                </a:solidFill>
                <a:latin typeface="Consolas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Traditional Antivirus Can't Keep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8346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800" b="1">
                <a:solidFill>
                  <a:srgbClr val="DC2626"/>
                </a:solidFill>
                <a:latin typeface="Georgia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5120E"/>
                </a:solidFill>
                <a:latin typeface="Segoe UI"/>
              </a:defRPr>
            </a:pPr>
            <a:r>
              <a:t>New Malware is Invisible</a:t>
            </a:r>
          </a:p>
          <a:p>
            <a:pPr>
              <a:spcBef>
                <a:spcPts val="8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Traditional antivirus checks for known hashes. But attackers constantly change their code, so signatures fail on day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754880"/>
            <a:ext cx="2834640" cy="347472"/>
          </a:xfrm>
          <a:prstGeom prst="round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DC2626"/>
                </a:solidFill>
                <a:latin typeface="Consolas"/>
              </a:defRPr>
            </a:pPr>
            <a:r>
              <a:t>450,000+ new attacks every 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09160" y="1828800"/>
            <a:ext cx="28346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800" b="1">
                <a:solidFill>
                  <a:srgbClr val="D97706"/>
                </a:solidFill>
                <a:latin typeface="Georgia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1460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5120E"/>
                </a:solidFill>
                <a:latin typeface="Segoe UI"/>
              </a:defRPr>
            </a:pPr>
            <a:r>
              <a:t>Sandboxes are Too Slow</a:t>
            </a:r>
          </a:p>
          <a:p>
            <a:pPr>
              <a:spcBef>
                <a:spcPts val="8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Testing a file in a virtual machine takes 5 to 15 minutes. Firewalls and email filters cannot put traffic on hold that long.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09160" y="4754880"/>
            <a:ext cx="2834640" cy="347472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D97706"/>
                </a:solidFill>
                <a:latin typeface="Consolas"/>
              </a:defRPr>
            </a:pPr>
            <a:r>
              <a:t>15-minute delay is dangerous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834640" cy="6400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3800" b="1">
                <a:solidFill>
                  <a:srgbClr val="2563EB"/>
                </a:solidFill>
                <a:latin typeface="Georgia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51460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5120E"/>
                </a:solidFill>
                <a:latin typeface="Segoe UI"/>
              </a:defRPr>
            </a:pPr>
            <a:r>
              <a:t>Security Tools Crash</a:t>
            </a:r>
          </a:p>
          <a:p>
            <a:pPr>
              <a:spcBef>
                <a:spcPts val="8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Most open-source security tools are written in Python. When thousands of files hit at once, they lag, freeze, and run out of memory.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754880"/>
            <a:ext cx="2834640" cy="34747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2563EB"/>
                </a:solidFill>
                <a:latin typeface="Consolas"/>
              </a:defRPr>
            </a:pPr>
            <a:r>
              <a:t>Python runtime bottlenecks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486400"/>
            <a:ext cx="10545775" cy="594360"/>
          </a:xfrm>
          <a:prstGeom prst="roundRect">
            <a:avLst/>
          </a:prstGeom>
          <a:solidFill>
            <a:srgbClr val="F5F1EA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596128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DC2626"/>
                </a:solidFill>
                <a:latin typeface="Consolas"/>
              </a:rPr>
              <a:t>THE RESULT: </a:t>
            </a:r>
            <a:r>
              <a:rPr sz="1350">
                <a:solidFill>
                  <a:srgbClr val="15120E"/>
                </a:solidFill>
                <a:latin typeface="Segoe UI"/>
              </a:rPr>
              <a:t>Organizations are forced to choose between fast but blind antivirus, or slow 15-minute sandboxes.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Nullify: Real-Time Autonomous Defense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621792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566928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5120E"/>
                </a:solidFill>
                <a:latin typeface="Segoe UI"/>
              </a:defRPr>
            </a:pPr>
            <a:r>
              <a:t>⚡ Sub-Millisecond Speed</a:t>
            </a:r>
          </a:p>
          <a:p>
            <a:pPr>
              <a:spcBef>
                <a:spcPts val="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We rewrote the heavy file inspection in pure C. It analyzes binaries in under 15 milliseconds — fast enough for live network firewalls.</a:t>
            </a:r>
          </a:p>
          <a:p>
            <a:pPr>
              <a:spcBef>
                <a:spcPts val="1800"/>
              </a:spcBef>
              <a:defRPr sz="1800" b="1">
                <a:solidFill>
                  <a:srgbClr val="15120E"/>
                </a:solidFill>
                <a:latin typeface="Segoe UI"/>
              </a:defRPr>
            </a:pPr>
            <a:r>
              <a:t>🤖 6 Specialized AI Agents</a:t>
            </a:r>
          </a:p>
          <a:p>
            <a:pPr>
              <a:spcBef>
                <a:spcPts val="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Instead of a single clumsy chatbot, six focused agents handle file headers, code patterns, behavioral logs, and threat reasoning.</a:t>
            </a:r>
          </a:p>
          <a:p>
            <a:pPr>
              <a:spcBef>
                <a:spcPts val="1800"/>
              </a:spcBef>
              <a:defRPr sz="1800" b="1">
                <a:solidFill>
                  <a:srgbClr val="15120E"/>
                </a:solidFill>
                <a:latin typeface="Segoe UI"/>
              </a:defRPr>
            </a:pPr>
            <a:r>
              <a:t>🛡️ Instant Auto-Defense</a:t>
            </a:r>
          </a:p>
          <a:p>
            <a:pPr>
              <a:spcBef>
                <a:spcPts val="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Nullify doesn't just alert you. It automatically writes an enterprise YARA rule so you can block the threat across your entire network.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9480" y="1645920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1783080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59669"/>
                </a:solidFill>
                <a:latin typeface="Georgia"/>
              </a:defRPr>
            </a:pPr>
            <a:r>
              <a:t>&lt; 15 ms</a:t>
            </a:r>
          </a:p>
          <a:p>
            <a:pPr>
              <a:spcBef>
                <a:spcPts val="200"/>
              </a:spcBef>
              <a:defRPr sz="1200" b="1">
                <a:solidFill>
                  <a:srgbClr val="15120E"/>
                </a:solidFill>
                <a:latin typeface="Segoe UI"/>
              </a:defRPr>
            </a:pPr>
            <a:r>
              <a:t>TRIAGE SPEED  •  Full analysis in milliseconds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182112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3319272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Georgia"/>
              </a:defRPr>
            </a:pPr>
            <a:r>
              <a:t>500x</a:t>
            </a:r>
          </a:p>
          <a:p>
            <a:pPr>
              <a:spcBef>
                <a:spcPts val="200"/>
              </a:spcBef>
              <a:defRPr sz="1200" b="1">
                <a:solidFill>
                  <a:srgbClr val="15120E"/>
                </a:solidFill>
                <a:latin typeface="Segoe UI"/>
              </a:defRPr>
            </a:pPr>
            <a:r>
              <a:t>FASTER IN C  •  Custom C engine vs standard Python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480" y="4718304"/>
            <a:ext cx="4096512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4855464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100%</a:t>
            </a:r>
          </a:p>
          <a:p>
            <a:pPr>
              <a:spcBef>
                <a:spcPts val="200"/>
              </a:spcBef>
              <a:defRPr sz="1200" b="1">
                <a:solidFill>
                  <a:srgbClr val="15120E"/>
                </a:solidFill>
                <a:latin typeface="Segoe UI"/>
              </a:defRPr>
            </a:pPr>
            <a:r>
              <a:t>LOCAL &amp; PRIVATE  •  Zero data leaves your 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How the 6 AI Agents Work Together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7280" y="1874519"/>
            <a:ext cx="2926080" cy="347472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059669"/>
                </a:solidFill>
                <a:latin typeface="Consolas"/>
              </a:defRPr>
            </a:pPr>
            <a:r>
              <a:t>STAGE 1: NATIVE C SPEED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572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15120E"/>
                </a:solidFill>
                <a:latin typeface="Segoe UI"/>
              </a:defRPr>
            </a:pPr>
            <a:r>
              <a:t>Agent 1: Triage Agent</a:t>
            </a:r>
          </a:p>
          <a:p>
            <a:pPr>
              <a:spcBef>
                <a:spcPts val="5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Checks file type, verifies headers, and streams MD5, SHA-1, and SHA-256 hashes in a single pass in under 1 millisecond.</a:t>
            </a:r>
          </a:p>
          <a:p>
            <a:pPr>
              <a:spcBef>
                <a:spcPts val="2000"/>
              </a:spcBef>
              <a:defRPr sz="1700" b="1">
                <a:solidFill>
                  <a:srgbClr val="15120E"/>
                </a:solidFill>
                <a:latin typeface="Segoe UI"/>
              </a:defRPr>
            </a:pPr>
            <a:r>
              <a:t>Agent 2: Static Analysis Agent</a:t>
            </a:r>
          </a:p>
          <a:p>
            <a:pPr>
              <a:spcBef>
                <a:spcPts val="5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Parses executable imports directly in memory. Detects dangerous APIs (memory injection, keylogging) and backdoor registry keys.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19672" y="1874519"/>
            <a:ext cx="2926080" cy="347472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2563EB"/>
                </a:solidFill>
                <a:latin typeface="Consolas"/>
              </a:defRPr>
            </a:pPr>
            <a:r>
              <a:t>STAGE 2: AI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9672" y="2377440"/>
            <a:ext cx="457200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15120E"/>
                </a:solidFill>
                <a:latin typeface="Segoe UI"/>
              </a:defRPr>
            </a:pPr>
            <a:r>
              <a:t>Agent 3: Behavioral Agent</a:t>
            </a:r>
          </a:p>
          <a:p>
            <a:pPr>
              <a:spcBef>
                <a:spcPts val="3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Traces process execution trees and correlates Windows Sysmon logs.</a:t>
            </a:r>
          </a:p>
          <a:p>
            <a:pPr>
              <a:spcBef>
                <a:spcPts val="1000"/>
              </a:spcBef>
              <a:defRPr sz="1550" b="1">
                <a:solidFill>
                  <a:srgbClr val="15120E"/>
                </a:solidFill>
                <a:latin typeface="Segoe UI"/>
              </a:defRPr>
            </a:pPr>
            <a:r>
              <a:t>Agent 4: Classification Agent</a:t>
            </a:r>
          </a:p>
          <a:p>
            <a:pPr>
              <a:spcBef>
                <a:spcPts val="3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Scores 2,381 features using an ML model trained on 1.1 million binaries.</a:t>
            </a:r>
          </a:p>
          <a:p>
            <a:pPr>
              <a:spcBef>
                <a:spcPts val="1000"/>
              </a:spcBef>
              <a:defRPr sz="1550" b="1">
                <a:solidFill>
                  <a:srgbClr val="15120E"/>
                </a:solidFill>
                <a:latin typeface="Segoe UI"/>
              </a:defRPr>
            </a:pPr>
            <a:r>
              <a:t>Agent 5: Reasoning Agent</a:t>
            </a:r>
          </a:p>
          <a:p>
            <a:pPr>
              <a:spcBef>
                <a:spcPts val="3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Explains *why* the file is malicious in plain English for security analysts.</a:t>
            </a:r>
          </a:p>
          <a:p>
            <a:pPr>
              <a:spcBef>
                <a:spcPts val="1000"/>
              </a:spcBef>
              <a:defRPr sz="1550" b="1">
                <a:solidFill>
                  <a:srgbClr val="15120E"/>
                </a:solidFill>
                <a:latin typeface="Segoe UI"/>
              </a:defRPr>
            </a:pPr>
            <a:r>
              <a:t>Agent 6: Defense Agent</a:t>
            </a:r>
          </a:p>
          <a:p>
            <a:pPr>
              <a:spcBef>
                <a:spcPts val="300"/>
              </a:spcBef>
              <a:defRPr sz="1300">
                <a:solidFill>
                  <a:srgbClr val="555048"/>
                </a:solidFill>
                <a:latin typeface="Segoe UI"/>
              </a:defRPr>
            </a:pPr>
            <a:r>
              <a:t>Automatically writes a clean, syntax-validated YARA rule to block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PERFORMANCE BREAKTHROUGH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The Secret to Our Speed: Native C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059669"/>
                </a:solidFill>
                <a:latin typeface="Georgia"/>
              </a:defRPr>
            </a:pPr>
            <a:r>
              <a:t>500x Faster</a:t>
            </a:r>
          </a:p>
          <a:p>
            <a:pPr>
              <a:spcBef>
                <a:spcPts val="600"/>
              </a:spcBef>
              <a:defRPr sz="1800" b="1">
                <a:solidFill>
                  <a:srgbClr val="15120E"/>
                </a:solidFill>
                <a:latin typeface="Segoe UI"/>
              </a:defRPr>
            </a:pPr>
            <a:r>
              <a:t>PE Import Parsing</a:t>
            </a:r>
          </a:p>
          <a:p>
            <a:pPr>
              <a:spcBef>
                <a:spcPts val="800"/>
              </a:spcBef>
              <a:defRPr sz="1100" b="1">
                <a:solidFill>
                  <a:srgbClr val="059669"/>
                </a:solidFill>
                <a:latin typeface="Consolas"/>
              </a:defRPr>
            </a:pPr>
            <a:r>
              <a:t>Python: 50.0 ms  →  C: 0.1 ms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Reads executable import tables directly in memory without slow Python libraries.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82880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2563EB"/>
                </a:solidFill>
                <a:latin typeface="Georgia"/>
              </a:defRPr>
            </a:pPr>
            <a:r>
              <a:t>18x Faster</a:t>
            </a:r>
          </a:p>
          <a:p>
            <a:pPr>
              <a:spcBef>
                <a:spcPts val="600"/>
              </a:spcBef>
              <a:defRPr sz="1800" b="1">
                <a:solidFill>
                  <a:srgbClr val="15120E"/>
                </a:solidFill>
                <a:latin typeface="Segoe UI"/>
              </a:defRPr>
            </a:pPr>
            <a:r>
              <a:t>Pattern Scanner</a:t>
            </a:r>
          </a:p>
          <a:p>
            <a:pPr>
              <a:spcBef>
                <a:spcPts val="800"/>
              </a:spcBef>
              <a:defRPr sz="1100" b="1">
                <a:solidFill>
                  <a:srgbClr val="2563EB"/>
                </a:solidFill>
                <a:latin typeface="Consolas"/>
              </a:defRPr>
            </a:pPr>
            <a:r>
              <a:t>Python: 15.4 ms  →  C: 0.8 ms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Finds hidden registry keys, download cradles, and backdoor strings in a single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28800"/>
            <a:ext cx="283464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000" b="1">
                <a:solidFill>
                  <a:srgbClr val="D97706"/>
                </a:solidFill>
                <a:latin typeface="Georgia"/>
              </a:defRPr>
            </a:pPr>
            <a:r>
              <a:t>8x Faster</a:t>
            </a:r>
          </a:p>
          <a:p>
            <a:pPr>
              <a:spcBef>
                <a:spcPts val="600"/>
              </a:spcBef>
              <a:defRPr sz="1800" b="1">
                <a:solidFill>
                  <a:srgbClr val="15120E"/>
                </a:solidFill>
                <a:latin typeface="Segoe UI"/>
              </a:defRPr>
            </a:pPr>
            <a:r>
              <a:t>File Hashing</a:t>
            </a:r>
          </a:p>
          <a:p>
            <a:pPr>
              <a:spcBef>
                <a:spcPts val="800"/>
              </a:spcBef>
              <a:defRPr sz="1100" b="1">
                <a:solidFill>
                  <a:srgbClr val="D97706"/>
                </a:solidFill>
                <a:latin typeface="Consolas"/>
              </a:defRPr>
            </a:pPr>
            <a:r>
              <a:t>Python: 8.9 ms  →  C: 1.1 ms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Streams 64KB blocks, updating MD5, SHA-1, and SHA-256 at the same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486400"/>
            <a:ext cx="10545775" cy="594360"/>
          </a:xfrm>
          <a:prstGeom prst="roundRect">
            <a:avLst/>
          </a:prstGeom>
          <a:solidFill>
            <a:srgbClr val="F5F1EA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596128"/>
            <a:ext cx="1005840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059669"/>
                </a:solidFill>
                <a:latin typeface="Consolas"/>
              </a:rPr>
              <a:t>ZERO DEPENDENCIES: </a:t>
            </a:r>
            <a:r>
              <a:rPr sz="1350">
                <a:solidFill>
                  <a:srgbClr val="15120E"/>
                </a:solidFill>
                <a:latin typeface="Segoe UI"/>
              </a:rPr>
              <a:t>Runs anywhere. Pure C11 with no external OpenSSL headers required, plus automatic Python fallback.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Trained on 1.1 Million Real Binaries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2834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59669"/>
                </a:solidFill>
                <a:latin typeface="Georgia"/>
              </a:defRPr>
            </a:pPr>
            <a:r>
              <a:t>2,381 Features</a:t>
            </a:r>
          </a:p>
          <a:p>
            <a:pPr>
              <a:spcBef>
                <a:spcPts val="800"/>
              </a:spcBef>
              <a:defRPr sz="1800" b="1">
                <a:solidFill>
                  <a:srgbClr val="15120E"/>
                </a:solidFill>
                <a:latin typeface="Segoe UI"/>
              </a:defRPr>
            </a:pPr>
            <a:r>
              <a:t>Deep Binary Inspection</a:t>
            </a:r>
          </a:p>
          <a:p>
            <a:pPr>
              <a:spcBef>
                <a:spcPts val="12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Nullify analyzes 2,381 unique characteristics of each file: byte randomness (entropy), printable strings, section sizes, and header anomalies.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920240"/>
            <a:ext cx="2834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Georgia"/>
              </a:defRPr>
            </a:pPr>
            <a:r>
              <a:t>99.9% Accuracy</a:t>
            </a:r>
          </a:p>
          <a:p>
            <a:pPr>
              <a:spcBef>
                <a:spcPts val="800"/>
              </a:spcBef>
              <a:defRPr sz="1800" b="1">
                <a:solidFill>
                  <a:srgbClr val="15120E"/>
                </a:solidFill>
                <a:latin typeface="Segoe UI"/>
              </a:defRPr>
            </a:pPr>
            <a:r>
              <a:t>Trained on EMBER 2017</a:t>
            </a:r>
          </a:p>
          <a:p>
            <a:pPr>
              <a:spcBef>
                <a:spcPts val="12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Trained on 1.1 million verified benign and malicious files. Our gradient-boosted decision trees deliver industry-leading accuracy without hallucinating.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20240"/>
            <a:ext cx="2834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Zero False Alarms</a:t>
            </a:r>
          </a:p>
          <a:p>
            <a:pPr>
              <a:spcBef>
                <a:spcPts val="800"/>
              </a:spcBef>
              <a:defRPr sz="1800" b="1">
                <a:solidFill>
                  <a:srgbClr val="15120E"/>
                </a:solidFill>
                <a:latin typeface="Segoe UI"/>
              </a:defRPr>
            </a:pPr>
            <a:r>
              <a:t>Smart Linux vs Windows Guard</a:t>
            </a:r>
          </a:p>
          <a:p>
            <a:pPr>
              <a:spcBef>
                <a:spcPts val="12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Most antivirus tools trigger false alarms on Linux files because they try to force Windows rules. Nullify detects file types accurately so safe code isn't flagged.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ACTIVE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From Threat Detection to Immunity in Seconds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Consolas"/>
              </a:defRPr>
            </a:pPr>
            <a:r>
              <a:t>NOT JUST AN ALERT — ACTIVE IMMUNITY</a:t>
            </a:r>
          </a:p>
          <a:p>
            <a:pPr>
              <a:spcBef>
                <a:spcPts val="600"/>
              </a:spcBef>
              <a:defRPr sz="2000" b="1">
                <a:solidFill>
                  <a:srgbClr val="15120E"/>
                </a:solidFill>
                <a:latin typeface="Segoe UI"/>
              </a:defRPr>
            </a:pPr>
            <a:r>
              <a:t>Tells You What Happened &amp; Blocks It Everywhere</a:t>
            </a:r>
          </a:p>
          <a:p>
            <a:pPr>
              <a:spcBef>
                <a:spcPts val="1400"/>
              </a:spcBef>
              <a:defRPr sz="1500" b="1">
                <a:solidFill>
                  <a:srgbClr val="15120E"/>
                </a:solidFill>
                <a:latin typeface="Segoe UI"/>
              </a:defRPr>
            </a:pPr>
            <a:r>
              <a:t>• Explains the Threat Clearly:</a:t>
            </a:r>
          </a:p>
          <a:p>
            <a:pPr>
              <a:spcBef>
                <a:spcPts val="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Identifies the exact techniques the attacker used (e.g. injecting code into processes or setting up secret auto-run keys).</a:t>
            </a:r>
          </a:p>
          <a:p>
            <a:pPr>
              <a:spcBef>
                <a:spcPts val="1400"/>
              </a:spcBef>
              <a:defRPr sz="1500" b="1">
                <a:solidFill>
                  <a:srgbClr val="15120E"/>
                </a:solidFill>
                <a:latin typeface="Segoe UI"/>
              </a:defRPr>
            </a:pPr>
            <a:r>
              <a:t>• Maps to MITRE ATT&amp;CK:</a:t>
            </a:r>
          </a:p>
          <a:p>
            <a:pPr>
              <a:spcBef>
                <a:spcPts val="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Industry-standard tagging (T1055, T1547) so security teams understand the risk instantly.</a:t>
            </a:r>
          </a:p>
          <a:p>
            <a:pPr>
              <a:spcBef>
                <a:spcPts val="1400"/>
              </a:spcBef>
              <a:defRPr sz="1500" b="1">
                <a:solidFill>
                  <a:srgbClr val="15120E"/>
                </a:solidFill>
                <a:latin typeface="Segoe UI"/>
              </a:defRPr>
            </a:pPr>
            <a:r>
              <a:t>• Writes the Defense Rule:</a:t>
            </a:r>
          </a:p>
          <a:p>
            <a:pPr>
              <a:spcBef>
                <a:spcPts val="2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Generates a complete, ready-to-use YARA rule that your firewalls, EDR, and mail filters can apply right away.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645920"/>
            <a:ext cx="5120640" cy="4434840"/>
          </a:xfrm>
          <a:prstGeom prst="roundRect">
            <a:avLst/>
          </a:prstGeom>
          <a:solidFill>
            <a:srgbClr val="15120E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AUTO-GENERATED YARA DEFENSE RULE</a:t>
            </a:r>
          </a:p>
          <a:p>
            <a:pPr>
              <a:spcBef>
                <a:spcPts val="1200"/>
              </a:spcBef>
              <a:defRPr sz="1200">
                <a:solidFill>
                  <a:srgbClr val="BFB9AF"/>
                </a:solidFill>
                <a:latin typeface="Consolas"/>
              </a:defRPr>
            </a:pPr>
            <a:r>
              <a:t>rule Nullify_AutoDefense_Trojan {</a:t>
            </a:r>
            <a:br/>
            <a:r>
              <a:t>    meta:</a:t>
            </a:r>
            <a:br/>
            <a:r>
              <a:t>        description = "Auto-generated by Nullify"</a:t>
            </a:r>
            <a:br/>
            <a:r>
              <a:t>        threat      = "Trojan / Backdoor"</a:t>
            </a:r>
            <a:br/>
            <a:r>
              <a:t>        confidence  = "98.4%"</a:t>
            </a:r>
            <a:br/>
            <a:r>
              <a:t>    strings:</a:t>
            </a:r>
            <a:br/>
            <a:r>
              <a:t>        $run_key = "CurrentVersion\\Run" nocase</a:t>
            </a:r>
            <a:br/>
            <a:r>
              <a:t>        $ps_exec = "powershell -enc" nocase</a:t>
            </a:r>
            <a:br/>
            <a:r>
              <a:t>        $inject  = "VirtualAllocEx"</a:t>
            </a:r>
            <a:br/>
            <a:r>
              <a:t>    condition:</a:t>
            </a:r>
            <a:br/>
            <a:r>
              <a:t>        uint16(0) == 0x5A4D and</a:t>
            </a:r>
            <a:br/>
            <a:r>
              <a:t>        filesize &lt; 5MB and</a:t>
            </a:r>
            <a:br/>
            <a:r>
              <a:t>        (2 of ($*))</a:t>
            </a:r>
            <a:br/>
            <a:r>
              <a:t>}</a:t>
            </a:r>
          </a:p>
          <a:p>
            <a:pPr>
              <a:spcBef>
                <a:spcPts val="1600"/>
              </a:spcBef>
              <a:defRPr sz="1250" b="1">
                <a:solidFill>
                  <a:srgbClr val="10B981"/>
                </a:solidFill>
                <a:latin typeface="Segoe UI"/>
              </a:defRPr>
            </a:pPr>
            <a:r>
              <a:t>✓ Ready to push to CrowdStrike, SentinelOne, or Defender.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How Nullify Compares to the Rest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59669"/>
                </a:solidFill>
                <a:latin typeface="Georgia"/>
              </a:defRPr>
            </a:pPr>
            <a:r>
              <a:t>13.2 ms</a:t>
            </a:r>
          </a:p>
          <a:p>
            <a:pPr>
              <a:spcBef>
                <a:spcPts val="200"/>
              </a:spcBef>
              <a:defRPr sz="1300" b="1">
                <a:solidFill>
                  <a:srgbClr val="15120E"/>
                </a:solidFill>
                <a:latin typeface="Segoe UI"/>
              </a:defRPr>
            </a:pPr>
            <a:r>
              <a:t>FULL TRIAGE TIME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Complete static inspection &amp; hashing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Georgia"/>
              </a:defRPr>
            </a:pPr>
            <a:r>
              <a:t>75 files / sec</a:t>
            </a:r>
          </a:p>
          <a:p>
            <a:pPr>
              <a:spcBef>
                <a:spcPts val="200"/>
              </a:spcBef>
              <a:defRPr sz="1300" b="1">
                <a:solidFill>
                  <a:srgbClr val="15120E"/>
                </a:solidFill>
                <a:latin typeface="Segoe UI"/>
              </a:defRPr>
            </a:pPr>
            <a:r>
              <a:t>SINGLE-CORE THROUGHPUT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Millions of files processed daily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783080"/>
            <a:ext cx="29260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D97706"/>
                </a:solidFill>
                <a:latin typeface="Georgia"/>
              </a:defRPr>
            </a:pPr>
            <a:r>
              <a:t>62 / 62</a:t>
            </a:r>
          </a:p>
          <a:p>
            <a:pPr>
              <a:spcBef>
                <a:spcPts val="200"/>
              </a:spcBef>
              <a:defRPr sz="1300" b="1">
                <a:solidFill>
                  <a:srgbClr val="15120E"/>
                </a:solidFill>
                <a:latin typeface="Segoe UI"/>
              </a:defRPr>
            </a:pPr>
            <a:r>
              <a:t>AUTOMATED TESTS PASSING</a:t>
            </a:r>
          </a:p>
          <a:p>
            <a:pPr>
              <a:defRPr sz="1100">
                <a:solidFill>
                  <a:srgbClr val="555048"/>
                </a:solidFill>
                <a:latin typeface="Segoe UI"/>
              </a:defRPr>
            </a:pPr>
            <a:r>
              <a:t>100% test suite reliability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37560"/>
            <a:ext cx="10545775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20440"/>
            <a:ext cx="100584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SPEED &amp; CAPABILITY SHOWDOWN</a:t>
            </a:r>
          </a:p>
          <a:p>
            <a:pPr>
              <a:spcBef>
                <a:spcPts val="1000"/>
              </a:spcBef>
              <a:defRPr sz="1300" b="1">
                <a:solidFill>
                  <a:srgbClr val="059669"/>
                </a:solidFill>
                <a:latin typeface="Consolas"/>
              </a:defRPr>
            </a:pPr>
            <a:r>
              <a:t>Nullify (Our System)         | 13.2 ms        | Catches Zero-Days          | Auto-Writes YARA Rules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Traditional Antivirus        | 5.0 ms         | Blind to New Malware       | No YARA Rules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Cloud Sandboxes (Cuckoo)     | 15 Minutes     | Too Slow for Edge Routers  | Raw Log Dumps Only</a:t>
            </a:r>
          </a:p>
          <a:p>
            <a:pPr>
              <a:spcBef>
                <a:spcPts val="1000"/>
              </a:spcBef>
              <a:defRPr sz="1300" b="0">
                <a:solidFill>
                  <a:srgbClr val="555048"/>
                </a:solidFill>
                <a:latin typeface="Consolas"/>
              </a:defRPr>
            </a:pPr>
            <a:r>
              <a:t>Standard Python Tools        | 85.0 ms        | High Memory / Crashes      | Manual Scripting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Two Intuitive Ways to Use Nullify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512064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OPTION 1: MODERN WEB DASHBOARD</a:t>
            </a:r>
          </a:p>
          <a:p>
            <a:pPr>
              <a:spcBef>
                <a:spcPts val="600"/>
              </a:spcBef>
              <a:defRPr sz="2000" b="1">
                <a:solidFill>
                  <a:srgbClr val="15120E"/>
                </a:solidFill>
                <a:latin typeface="Segoe UI"/>
              </a:defRPr>
            </a:pPr>
            <a:r>
              <a:t>Luxury Web Console (localhost:8000)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Drag-and-Drop Scanning: Drop any file to see real-time analysis in milliseconds.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Live Confidence Radar: See risk percentage and threat family classification.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Built-in Demo Samples: One-click buttons to test safe trojans, ransomware, and benign files.</a:t>
            </a:r>
          </a:p>
          <a:p>
            <a:pPr>
              <a:spcBef>
                <a:spcPts val="1000"/>
              </a:spcBef>
              <a:defRPr sz="1350">
                <a:solidFill>
                  <a:srgbClr val="555048"/>
                </a:solidFill>
                <a:latin typeface="Segoe UI"/>
              </a:defRPr>
            </a:pPr>
            <a:r>
              <a:t>• 1-Click YARA Copy: Instantly copy auto-generated rules to your clipboard.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645920"/>
            <a:ext cx="5120640" cy="4434840"/>
          </a:xfrm>
          <a:prstGeom prst="roundRect">
            <a:avLst/>
          </a:prstGeom>
          <a:solidFill>
            <a:srgbClr val="15120E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1920240"/>
            <a:ext cx="457200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Consolas"/>
              </a:defRPr>
            </a:pPr>
            <a:r>
              <a:t>OPTION 2: INTERACTIVE TERMINAL</a:t>
            </a:r>
          </a:p>
          <a:p>
            <a:pPr>
              <a:spcBef>
                <a:spcPts val="600"/>
              </a:spcBef>
              <a:defRPr sz="2000" b="1">
                <a:solidFill>
                  <a:srgbClr val="FAF8F5"/>
                </a:solidFill>
                <a:latin typeface="Segoe UI"/>
              </a:defRPr>
            </a:pPr>
            <a:r>
              <a:t>Single-Command CLI ($ nullify)</a:t>
            </a:r>
          </a:p>
          <a:p>
            <a:pPr>
              <a:spcBef>
                <a:spcPts val="1200"/>
              </a:spcBef>
              <a:defRPr sz="1100">
                <a:solidFill>
                  <a:srgbClr val="BFB9AF"/>
                </a:solidFill>
                <a:latin typeface="Consolas"/>
              </a:defRPr>
            </a:pPr>
            <a:r>
              <a:t>$ nullify</a:t>
            </a:r>
            <a:br/>
            <a:r>
              <a:t>========================================</a:t>
            </a:r>
            <a:br/>
            <a:r>
              <a:t>   See it. Trace it. Nullify it.</a:t>
            </a:r>
            <a:br/>
            <a:r>
              <a:t>========================================</a:t>
            </a:r>
            <a:br/>
            <a:r>
              <a:t>[1] Quick Scan</a:t>
            </a:r>
            <a:br/>
            <a:r>
              <a:t>[2] Deep Detonation</a:t>
            </a:r>
            <a:br/>
            <a:r>
              <a:t>[3] Behavioral Log</a:t>
            </a:r>
            <a:br/>
            <a:r>
              <a:t>[4] Batch Scan Folder</a:t>
            </a:r>
            <a:br/>
            <a:r>
              <a:t>[5] Launch Web Console</a:t>
            </a:r>
            <a:br/>
            <a:r>
              <a:t>[0] Exit</a:t>
            </a:r>
            <a:br/>
            <a:br/>
            <a:r>
              <a:t>Select option: 1</a:t>
            </a:r>
            <a:br/>
            <a:r>
              <a:t>&gt; Scanning suspicious_binary.exe ...</a:t>
            </a:r>
            <a:br/>
            <a:r>
              <a:t>&gt; VERDICT: MALICIOUS (98.4% Confidence)</a:t>
            </a:r>
            <a:br/>
            <a:r>
              <a:t>&gt; Parsed in 0.1ms • YARA Rule Created!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Consolas"/>
              </a:defRPr>
            </a:pPr>
            <a:r>
              <a:t>●  SECURITY &amp;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15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5120E"/>
                </a:solidFill>
                <a:latin typeface="Georgia"/>
              </a:defRPr>
            </a:pPr>
            <a:r>
              <a:t>Your Data Never Leaves Your Network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2834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59669"/>
                </a:solidFill>
                <a:latin typeface="Segoe UI"/>
              </a:defRPr>
            </a:pPr>
            <a:r>
              <a:t>🔒 100% Local &amp; Private</a:t>
            </a:r>
          </a:p>
          <a:p>
            <a:pPr>
              <a:spcBef>
                <a:spcPts val="800"/>
              </a:spcBef>
              <a:defRPr sz="1400" b="1">
                <a:solidFill>
                  <a:srgbClr val="15120E"/>
                </a:solidFill>
                <a:latin typeface="Segoe UI"/>
              </a:defRPr>
            </a:pPr>
            <a:r>
              <a:t>Zero Cloud Telemetry Leakage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Hospitals, defense contractors, and banks cannot upload confidential files to public cloud APIs. Nullify runs 100% on your hardware. Not a single byte is sent over the internet.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1920240"/>
            <a:ext cx="2834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2563EB"/>
                </a:solidFill>
                <a:latin typeface="Segoe UI"/>
              </a:defRPr>
            </a:pPr>
            <a:r>
              <a:t>🔌 Connects to Your SIEM</a:t>
            </a:r>
          </a:p>
          <a:p>
            <a:pPr>
              <a:spcBef>
                <a:spcPts val="800"/>
              </a:spcBef>
              <a:defRPr sz="1400" b="1">
                <a:solidFill>
                  <a:srgbClr val="15120E"/>
                </a:solidFill>
                <a:latin typeface="Segoe UI"/>
              </a:defRPr>
            </a:pPr>
            <a:r>
              <a:t>Production REST API Built In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Built with FastAPI and OpenAPI. Exposes clean REST endpoints so your security operations team can integrate it with Splunk, Microsoft Sentinel, or Cortex XSOAR in minutes.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C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920240"/>
            <a:ext cx="2834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📦 Docker &amp; Air-Gapped Ready</a:t>
            </a:r>
          </a:p>
          <a:p>
            <a:pPr>
              <a:spcBef>
                <a:spcPts val="800"/>
              </a:spcBef>
              <a:defRPr sz="1400" b="1">
                <a:solidFill>
                  <a:srgbClr val="15120E"/>
                </a:solidFill>
                <a:latin typeface="Segoe UI"/>
              </a:defRPr>
            </a:pPr>
            <a:r>
              <a:t>Runs Anywhere Without Internet</a:t>
            </a:r>
          </a:p>
          <a:p>
            <a:pPr>
              <a:spcBef>
                <a:spcPts val="1400"/>
              </a:spcBef>
              <a:defRPr sz="1400">
                <a:solidFill>
                  <a:srgbClr val="555048"/>
                </a:solidFill>
                <a:latin typeface="Segoe UI"/>
              </a:defRPr>
            </a:pPr>
            <a:r>
              <a:t>Ships as a lightweight Docker container or standalone binary. Operates seamlessly inside secure, offline, air-gapped data centers.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E2D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827C73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555048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827C73"/>
                </a:solidFill>
                <a:latin typeface="Consolas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2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48640"/>
            <a:ext cx="11094415" cy="5760720"/>
          </a:xfrm>
          <a:prstGeom prst="roundRect">
            <a:avLst/>
          </a:prstGeom>
          <a:solidFill>
            <a:srgbClr val="15120E"/>
          </a:solidFill>
          <a:ln w="1905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005840"/>
            <a:ext cx="2377440" cy="3657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00" b="1">
                <a:solidFill>
                  <a:srgbClr val="10B981"/>
                </a:solidFill>
                <a:latin typeface="Consolas"/>
              </a:defRPr>
            </a:pPr>
            <a:r>
              <a:t>●  READY FOR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100584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400" b="1">
                <a:solidFill>
                  <a:srgbClr val="FAF8F5"/>
                </a:solidFill>
                <a:latin typeface="Georgia"/>
              </a:defRPr>
            </a:pPr>
            <a:r>
              <a:t>Let's Run a Live Test.</a:t>
            </a:r>
          </a:p>
          <a:p>
            <a:pPr>
              <a:spcBef>
                <a:spcPts val="1200"/>
              </a:spcBef>
              <a:defRPr sz="2000">
                <a:solidFill>
                  <a:srgbClr val="BFB9AF"/>
                </a:solidFill>
                <a:latin typeface="Segoe UI"/>
              </a:defRPr>
            </a:pPr>
            <a:r>
              <a:t>Pick any file. Watch Nullify inspect, classify, and neutralize it in milliseconds.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931920"/>
            <a:ext cx="3291840" cy="12801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406908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✓ Fully Functional Now</a:t>
            </a:r>
          </a:p>
          <a:p>
            <a:pPr>
              <a:spcBef>
                <a:spcPts val="400"/>
              </a:spcBef>
              <a:defRPr sz="1300">
                <a:solidFill>
                  <a:srgbClr val="BFB9AF"/>
                </a:solidFill>
                <a:latin typeface="Segoe UI"/>
              </a:defRPr>
            </a:pPr>
            <a:r>
              <a:t>Web console, CLI, and C-engine are compiled and running live right now.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3931920"/>
            <a:ext cx="3291840" cy="12801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406908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✓ 62 / 62 Tests Green</a:t>
            </a:r>
          </a:p>
          <a:p>
            <a:pPr>
              <a:spcBef>
                <a:spcPts val="400"/>
              </a:spcBef>
              <a:defRPr sz="1300">
                <a:solidFill>
                  <a:srgbClr val="BFB9AF"/>
                </a:solidFill>
                <a:latin typeface="Segoe UI"/>
              </a:defRPr>
            </a:pPr>
            <a:r>
              <a:t>Comprehensive automated test suite guarantees zero regressions.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931920"/>
            <a:ext cx="3291840" cy="128016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406908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10B981"/>
                </a:solidFill>
                <a:latin typeface="Segoe UI"/>
              </a:defRPr>
            </a:pPr>
            <a:r>
              <a:t>✓ Open Source on GitHub</a:t>
            </a:r>
          </a:p>
          <a:p>
            <a:pPr>
              <a:spcBef>
                <a:spcPts val="400"/>
              </a:spcBef>
              <a:defRPr sz="1300">
                <a:solidFill>
                  <a:srgbClr val="BFB9AF"/>
                </a:solidFill>
                <a:latin typeface="Segoe UI"/>
              </a:defRPr>
            </a:pPr>
            <a:r>
              <a:t>Clean, documented, production-ready codebase ready for inspection.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5394960"/>
            <a:ext cx="10180015" cy="685800"/>
          </a:xfrm>
          <a:prstGeom prst="roundRect">
            <a:avLst/>
          </a:prstGeom>
          <a:solidFill>
            <a:srgbClr val="201B15"/>
          </a:solidFill>
          <a:ln w="12700">
            <a:solidFill>
              <a:srgbClr val="322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532120"/>
            <a:ext cx="9784080" cy="4572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b="1" sz="1200">
                <a:solidFill>
                  <a:srgbClr val="10B981"/>
                </a:solidFill>
                <a:latin typeface="Consolas"/>
              </a:rPr>
              <a:t>TRY IT LIVE: </a:t>
            </a:r>
            <a:r>
              <a:rPr sz="1200">
                <a:solidFill>
                  <a:srgbClr val="FAF8F5"/>
                </a:solidFill>
                <a:latin typeface="Consolas"/>
              </a:rPr>
              <a:t>Terminal: $ nullify   |   Web: http://localhost:8000   |   GitHub: Nate-br/nullify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63640"/>
            <a:ext cx="10545775" cy="9525"/>
          </a:xfrm>
          <a:prstGeom prst="rect">
            <a:avLst/>
          </a:prstGeom>
          <a:solidFill>
            <a:srgbClr val="322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27648"/>
            <a:ext cx="10545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50">
                <a:solidFill>
                  <a:srgbClr val="7D776E"/>
                </a:solidFill>
                <a:latin typeface="Consolas"/>
              </a:rPr>
              <a:t>NULLIFY  •  AUTONOMOUS CYBER DEFENSE</a:t>
            </a:r>
            <a:r>
              <a:rPr i="1" sz="1000">
                <a:solidFill>
                  <a:srgbClr val="BFB9AF"/>
                </a:solidFill>
                <a:latin typeface="Georgia"/>
              </a:rPr>
              <a:t>                               See it. Trace it. Nullify it.                               </a:t>
            </a:r>
            <a:r>
              <a:rPr sz="950">
                <a:solidFill>
                  <a:srgbClr val="7D776E"/>
                </a:solidFill>
                <a:latin typeface="Consolas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